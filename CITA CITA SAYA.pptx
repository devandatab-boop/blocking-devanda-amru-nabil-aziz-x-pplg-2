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15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3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9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4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3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5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09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0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82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70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5238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61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91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06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9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FEBB1D6-B099-45C9-BCEB-89ADF12F8681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4C3D247-C78F-4024-BDCE-CC8CBAD4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347396">
            <a:off x="1513887" y="927701"/>
            <a:ext cx="8129451" cy="147747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dobe Garamond Pro Bold" panose="02020702060506020403" pitchFamily="18" charset="0"/>
              </a:rPr>
              <a:t>CITA CITA SAYA</a:t>
            </a:r>
            <a:endParaRPr lang="en-US" dirty="0">
              <a:solidFill>
                <a:schemeClr val="tx1"/>
              </a:solidFill>
              <a:latin typeface="Adobe Garamond Pro Bold" panose="020207020605060204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360471">
            <a:off x="902446" y="2069959"/>
            <a:ext cx="8794465" cy="67877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Devanda amru nabil aziz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27134">
            <a:off x="9272234" y="153876"/>
            <a:ext cx="1532338" cy="153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809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966651"/>
            <a:ext cx="10396882" cy="535578"/>
          </a:xfrm>
        </p:spPr>
        <p:txBody>
          <a:bodyPr>
            <a:noAutofit/>
          </a:bodyPr>
          <a:lstStyle/>
          <a:p>
            <a:r>
              <a:rPr lang="en-US" dirty="0" smtClean="0"/>
              <a:t>cita citA SAYA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1881587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US" dirty="0" smtClean="0">
                <a:latin typeface="+mj-lt"/>
              </a:rPr>
              <a:t>Web developer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+mj-lt"/>
              </a:rPr>
              <a:t>Pengusaha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+mj-lt"/>
              </a:rPr>
              <a:t>Triliuner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+mj-lt"/>
              </a:rPr>
              <a:t>trader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742" y="232200"/>
            <a:ext cx="1831196" cy="183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360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8899941" cy="947057"/>
          </a:xfrm>
        </p:spPr>
        <p:txBody>
          <a:bodyPr>
            <a:normAutofit/>
          </a:bodyPr>
          <a:lstStyle/>
          <a:p>
            <a:r>
              <a:rPr lang="en-US" sz="4800" dirty="0" smtClean="0"/>
              <a:t>Tips agar cita cita tercapai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7"/>
            <a:ext cx="10394707" cy="20775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TENTUKAN TUJUAN YANG JELAS</a:t>
            </a:r>
          </a:p>
          <a:p>
            <a:pPr marL="342900" indent="-342900">
              <a:buAutoNum type="arabicPeriod"/>
            </a:pPr>
            <a:r>
              <a:rPr lang="en-US" dirty="0" smtClean="0"/>
              <a:t>BELAJAR DAN BERLATIH</a:t>
            </a:r>
          </a:p>
          <a:p>
            <a:pPr marL="342900" indent="-342900">
              <a:buAutoNum type="arabicPeriod"/>
            </a:pPr>
            <a:r>
              <a:rPr lang="en-US" dirty="0" smtClean="0"/>
              <a:t>JAGA KONSISTENSI</a:t>
            </a:r>
          </a:p>
          <a:p>
            <a:pPr marL="342900" indent="-342900">
              <a:buAutoNum type="arabicPeriod"/>
            </a:pPr>
            <a:r>
              <a:rPr lang="en-US" dirty="0" smtClean="0"/>
              <a:t>EVALUASI BERKALA</a:t>
            </a:r>
          </a:p>
          <a:p>
            <a:pPr marL="342900" indent="-342900">
              <a:buAutoNum type="arabicPeriod"/>
            </a:pP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742" y="232200"/>
            <a:ext cx="1831196" cy="183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940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41</TotalTime>
  <Words>31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Adobe Garamond Pro Bold</vt:lpstr>
      <vt:lpstr>Arial</vt:lpstr>
      <vt:lpstr>Impact</vt:lpstr>
      <vt:lpstr>Main Event</vt:lpstr>
      <vt:lpstr>CITA CITA SAYA</vt:lpstr>
      <vt:lpstr>cita citA SAYA</vt:lpstr>
      <vt:lpstr>Tips agar cita cita tercapai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 CITA SAYA</dc:title>
  <dc:creator>Lab_BCF</dc:creator>
  <cp:lastModifiedBy>Lab_BCF</cp:lastModifiedBy>
  <cp:revision>8</cp:revision>
  <dcterms:created xsi:type="dcterms:W3CDTF">2026-08-03T10:35:39Z</dcterms:created>
  <dcterms:modified xsi:type="dcterms:W3CDTF">2026-08-03T11:57:49Z</dcterms:modified>
</cp:coreProperties>
</file>